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AI-Augmented Backend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BlogNest API</a:t>
            </a:r>
          </a:p>
          <a:p>
            <a:pPr>
              <a:spcAft>
                <a:spcPts val="700"/>
              </a:spcAft>
              <a:defRPr sz="1800"/>
            </a:pPr>
            <a: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BlogNest API is a backend application for managing blog content through RESTful APIs.</a:t>
            </a:r>
          </a:p>
          <a:p>
            <a:pPr>
              <a:spcAft>
                <a:spcPts val="700"/>
              </a:spcAft>
              <a:defRPr sz="1800"/>
            </a:pPr>
            <a:r>
              <a:t>AI features assist with content generation, summarization, tagging and category suggestions.</a:t>
            </a:r>
          </a:p>
          <a:p>
            <a:pPr>
              <a:spcAft>
                <a:spcPts val="700"/>
              </a:spcAft>
              <a:defRPr sz="1800"/>
            </a:pPr>
            <a:r>
              <a:t>The project demonstrates how AI can improve backend development and content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Blog platforms require secure and scalable backend services.</a:t>
            </a:r>
          </a:p>
          <a:p>
            <a:pPr>
              <a:spcAft>
                <a:spcPts val="700"/>
              </a:spcAft>
              <a:defRPr sz="1800"/>
            </a:pPr>
            <a:r>
              <a:t>BlogNest API provides CRUD operations for blogs and users.</a:t>
            </a:r>
          </a:p>
          <a:p>
            <a:pPr>
              <a:spcAft>
                <a:spcPts val="700"/>
              </a:spcAft>
              <a:defRPr sz="1800"/>
            </a:pPr>
            <a:r>
              <a:t>AI augmentation reduces repetitive content-management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Manual blog creation and organization can be time-consuming.</a:t>
            </a:r>
          </a:p>
          <a:p>
            <a:pPr>
              <a:spcAft>
                <a:spcPts val="700"/>
              </a:spcAft>
              <a:defRPr sz="1800"/>
            </a:pPr>
            <a:r>
              <a:t>Users need simple APIs to manage posts efficiently.</a:t>
            </a:r>
          </a:p>
          <a:p>
            <a:pPr>
              <a:spcAft>
                <a:spcPts val="700"/>
              </a:spcAft>
              <a:defRPr sz="1800"/>
            </a:pPr>
            <a:r>
              <a:t>Traditional backends do not provide intelligent content assistance.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Develop a RESTful BlogNest backend.</a:t>
            </a:r>
          </a:p>
          <a:p>
            <a:pPr>
              <a:spcAft>
                <a:spcPts val="700"/>
              </a:spcAft>
              <a:defRPr sz="1800"/>
            </a:pPr>
            <a:r>
              <a:t>Implement user and blog management.</a:t>
            </a:r>
          </a:p>
          <a:p>
            <a:pPr>
              <a:spcAft>
                <a:spcPts val="700"/>
              </a:spcAft>
              <a:defRPr sz="1800"/>
            </a:pPr>
            <a:r>
              <a:t>Provide secure API access.</a:t>
            </a:r>
          </a:p>
          <a:p>
            <a:pPr>
              <a:spcAft>
                <a:spcPts val="700"/>
              </a:spcAft>
              <a:defRPr sz="1800"/>
            </a:pPr>
            <a:r>
              <a:t>Integrate AI-assisted content features.</a:t>
            </a:r>
          </a:p>
          <a:p>
            <a:pPr>
              <a:spcAft>
                <a:spcPts val="700"/>
              </a:spcAft>
              <a:defRPr sz="1800"/>
            </a:pPr>
            <a:r>
              <a:t>Test and document the APIs.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Existing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Basic blog applications depend heavily on manual content creation.</a:t>
            </a:r>
          </a:p>
          <a:p>
            <a:pPr>
              <a:spcAft>
                <a:spcPts val="700"/>
              </a:spcAft>
              <a:defRPr sz="1800"/>
            </a:pPr>
            <a:r>
              <a:t>Limited automation for summaries and tags.</a:t>
            </a:r>
          </a:p>
          <a:p>
            <a:pPr>
              <a:spcAft>
                <a:spcPts val="700"/>
              </a:spcAft>
              <a:defRPr sz="1800"/>
            </a:pPr>
            <a:r>
              <a:t>Separate tools may be needed for content assistance.</a:t>
            </a:r>
          </a:p>
          <a:p>
            <a:pPr>
              <a:spcAft>
                <a:spcPts val="700"/>
              </a:spcAft>
              <a:defRPr sz="1800"/>
            </a:pPr>
            <a:r>
              <a:t>Security and validation may vary between implementations.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Centralized BlogNest REST API.</a:t>
            </a:r>
          </a:p>
          <a:p>
            <a:pPr>
              <a:spcAft>
                <a:spcPts val="700"/>
              </a:spcAft>
              <a:defRPr sz="1800"/>
            </a:pPr>
            <a:r>
              <a:t>CRUD operations for blog posts.</a:t>
            </a:r>
          </a:p>
          <a:p>
            <a:pPr>
              <a:spcAft>
                <a:spcPts val="700"/>
              </a:spcAft>
              <a:defRPr sz="1800"/>
            </a:pPr>
            <a:r>
              <a:t>Authentication and validation.</a:t>
            </a:r>
          </a:p>
          <a:p>
            <a:pPr>
              <a:spcAft>
                <a:spcPts val="700"/>
              </a:spcAft>
              <a:defRPr sz="1800"/>
            </a:pPr>
            <a:r>
              <a:t>AI-assisted content generation and summarization.</a:t>
            </a:r>
          </a:p>
          <a:p>
            <a:pPr>
              <a:spcAft>
                <a:spcPts val="700"/>
              </a:spcAft>
              <a:defRPr sz="1800"/>
            </a:pPr>
            <a:r>
              <a:t>Structured database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User registration and login.</a:t>
            </a:r>
          </a:p>
          <a:p>
            <a:pPr>
              <a:spcAft>
                <a:spcPts val="700"/>
              </a:spcAft>
              <a:defRPr sz="1800"/>
            </a:pPr>
            <a:r>
              <a:t>Create, read, update and delete blogs.</a:t>
            </a:r>
          </a:p>
          <a:p>
            <a:pPr>
              <a:spcAft>
                <a:spcPts val="700"/>
              </a:spcAft>
              <a:defRPr sz="1800"/>
            </a:pPr>
            <a:r>
              <a:t>Search and filter posts.</a:t>
            </a:r>
          </a:p>
          <a:p>
            <a:pPr>
              <a:spcAft>
                <a:spcPts val="700"/>
              </a:spcAft>
              <a:defRPr sz="1800"/>
            </a:pPr>
            <a:r>
              <a:t>AI content assistance.</a:t>
            </a:r>
          </a:p>
          <a:p>
            <a:pPr>
              <a:spcAft>
                <a:spcPts val="700"/>
              </a:spcAft>
              <a:defRPr sz="1800"/>
            </a:pPr>
            <a:r>
              <a:t>Category and tag management.</a:t>
            </a:r>
          </a:p>
          <a:p>
            <a:pPr>
              <a:spcAft>
                <a:spcPts val="700"/>
              </a:spcAft>
              <a:defRPr sz="1800"/>
            </a:pPr>
            <a:r>
              <a:t>Error handling and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Client / Frontend</a:t>
            </a:r>
          </a:p>
          <a:p>
            <a:pPr>
              <a:spcAft>
                <a:spcPts val="700"/>
              </a:spcAft>
              <a:defRPr sz="1600"/>
            </a:pPr>
            <a:r>
              <a:t>        ↓</a:t>
            </a:r>
          </a:p>
          <a:p>
            <a:pPr>
              <a:spcAft>
                <a:spcPts val="700"/>
              </a:spcAft>
              <a:defRPr sz="1600"/>
            </a:pPr>
            <a:r>
              <a:t>REST API Layer</a:t>
            </a:r>
          </a:p>
          <a:p>
            <a:pPr>
              <a:spcAft>
                <a:spcPts val="700"/>
              </a:spcAft>
              <a:defRPr sz="1600"/>
            </a:pPr>
            <a:r>
              <a:t>        ↓</a:t>
            </a:r>
          </a:p>
          <a:p>
            <a:pPr>
              <a:spcAft>
                <a:spcPts val="700"/>
              </a:spcAft>
              <a:defRPr sz="1600"/>
            </a:pPr>
            <a:r>
              <a:t>Authentication &amp; Validation</a:t>
            </a:r>
          </a:p>
          <a:p>
            <a:pPr>
              <a:spcAft>
                <a:spcPts val="700"/>
              </a:spcAft>
              <a:defRPr sz="1600"/>
            </a:pPr>
            <a:r>
              <a:t>        ↓</a:t>
            </a:r>
          </a:p>
          <a:p>
            <a:pPr>
              <a:spcAft>
                <a:spcPts val="700"/>
              </a:spcAft>
              <a:defRPr sz="1600"/>
            </a:pPr>
            <a:r>
              <a:t>Business Logic / Services</a:t>
            </a:r>
          </a:p>
          <a:p>
            <a:pPr>
              <a:spcAft>
                <a:spcPts val="700"/>
              </a:spcAft>
              <a:defRPr sz="1600"/>
            </a:pPr>
            <a:r>
              <a:t>        ↓</a:t>
            </a:r>
          </a:p>
          <a:p>
            <a:pPr>
              <a:spcAft>
                <a:spcPts val="700"/>
              </a:spcAft>
              <a:defRPr sz="1600"/>
            </a:pPr>
            <a:r>
              <a:t>Database</a:t>
            </a:r>
          </a:p>
          <a:p>
            <a:pPr>
              <a:spcAft>
                <a:spcPts val="700"/>
              </a:spcAft>
              <a:defRPr sz="1600"/>
            </a:pPr>
            <a:r>
              <a:t>        ↘ AI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Backend: Node.js + Express.js</a:t>
            </a:r>
          </a:p>
          <a:p>
            <a:pPr>
              <a:spcAft>
                <a:spcPts val="700"/>
              </a:spcAft>
              <a:defRPr sz="1800"/>
            </a:pPr>
            <a:r>
              <a:t>API style: REST</a:t>
            </a:r>
          </a:p>
          <a:p>
            <a:pPr>
              <a:spcAft>
                <a:spcPts val="700"/>
              </a:spcAft>
              <a:defRPr sz="1800"/>
            </a:pPr>
            <a:r>
              <a:t>Database: MongoDB</a:t>
            </a:r>
          </a:p>
          <a:p>
            <a:pPr>
              <a:spcAft>
                <a:spcPts val="700"/>
              </a:spcAft>
              <a:defRPr sz="1800"/>
            </a:pPr>
            <a:r>
              <a:t>Authentication: JWT</a:t>
            </a:r>
          </a:p>
          <a:p>
            <a:pPr>
              <a:spcAft>
                <a:spcPts val="700"/>
              </a:spcAft>
              <a:defRPr sz="1800"/>
            </a:pPr>
            <a:r>
              <a:t>AI integration: Generative AI API</a:t>
            </a:r>
          </a:p>
          <a:p>
            <a:pPr>
              <a:spcAft>
                <a:spcPts val="700"/>
              </a:spcAft>
              <a:defRPr sz="1800"/>
            </a:pPr>
            <a:r>
              <a:t>Testing: Postman</a:t>
            </a:r>
          </a:p>
          <a:p>
            <a:pPr>
              <a:spcAft>
                <a:spcPts val="700"/>
              </a:spcAft>
              <a:defRPr sz="1800"/>
            </a:pPr>
            <a:r>
              <a:t>Development: VS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Node.js?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Fast and lightweight runtime.</a:t>
            </a:r>
          </a:p>
          <a:p>
            <a:pPr>
              <a:spcAft>
                <a:spcPts val="700"/>
              </a:spcAft>
              <a:defRPr sz="1800"/>
            </a:pPr>
            <a:r>
              <a:t>Suitable for REST APIs.</a:t>
            </a:r>
          </a:p>
          <a:p>
            <a:pPr>
              <a:spcAft>
                <a:spcPts val="700"/>
              </a:spcAft>
              <a:defRPr sz="1800"/>
            </a:pPr>
            <a:r>
              <a:t>Uses JavaScript across backend development.</a:t>
            </a:r>
          </a:p>
          <a:p>
            <a:pPr>
              <a:spcAft>
                <a:spcPts val="700"/>
              </a:spcAft>
              <a:defRPr sz="1800"/>
            </a:pPr>
            <a:r>
              <a:t>Large ecosystem of packages.</a:t>
            </a:r>
          </a:p>
          <a:p>
            <a:pPr>
              <a:spcAft>
                <a:spcPts val="700"/>
              </a:spcAft>
              <a:defRPr sz="1800"/>
            </a:pPr>
            <a:r>
              <a:t>Supports asynchronous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Express.js?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Minimal and flexible Node.js framework.</a:t>
            </a:r>
          </a:p>
          <a:p>
            <a:pPr>
              <a:spcAft>
                <a:spcPts val="700"/>
              </a:spcAft>
              <a:defRPr sz="1800"/>
            </a:pPr>
            <a:r>
              <a:t>Easy route creation.</a:t>
            </a:r>
          </a:p>
          <a:p>
            <a:pPr>
              <a:spcAft>
                <a:spcPts val="700"/>
              </a:spcAft>
              <a:defRPr sz="1800"/>
            </a:pPr>
            <a:r>
              <a:t>Middleware support.</a:t>
            </a:r>
          </a:p>
          <a:p>
            <a:pPr>
              <a:spcAft>
                <a:spcPts val="700"/>
              </a:spcAft>
              <a:defRPr sz="1800"/>
            </a:pPr>
            <a:r>
              <a:t>Simple request and response handling.</a:t>
            </a:r>
          </a:p>
          <a:p>
            <a:pPr>
              <a:spcAft>
                <a:spcPts val="700"/>
              </a:spcAft>
              <a:defRPr sz="1800"/>
            </a:pPr>
            <a:r>
              <a:t>Widely used for REST API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Users collection/table:</a:t>
            </a:r>
          </a:p>
          <a:p>
            <a:pPr>
              <a:spcAft>
                <a:spcPts val="700"/>
              </a:spcAft>
              <a:defRPr sz="1800"/>
            </a:pPr>
            <a:r>
              <a:t>User ID, Name, Email, Password</a:t>
            </a:r>
          </a:p>
          <a:p>
            <a:pPr>
              <a:spcAft>
                <a:spcPts val="700"/>
              </a:spcAft>
              <a:defRPr sz="1800"/>
            </a:pPr>
          </a:p>
          <a:p>
            <a:pPr>
              <a:spcAft>
                <a:spcPts val="700"/>
              </a:spcAft>
              <a:defRPr sz="1800"/>
            </a:pPr>
            <a:r>
              <a:t>Blogs collection/table:</a:t>
            </a:r>
          </a:p>
          <a:p>
            <a:pPr>
              <a:spcAft>
                <a:spcPts val="700"/>
              </a:spcAft>
              <a:defRPr sz="1800"/>
            </a:pPr>
            <a:r>
              <a:t>Blog ID, Title, Content, Author ID, Category, Tags, Created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User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Register user.</a:t>
            </a:r>
          </a:p>
          <a:p>
            <a:pPr>
              <a:spcAft>
                <a:spcPts val="700"/>
              </a:spcAft>
              <a:defRPr sz="1800"/>
            </a:pPr>
            <a:r>
              <a:t>Login user.</a:t>
            </a:r>
          </a:p>
          <a:p>
            <a:pPr>
              <a:spcAft>
                <a:spcPts val="700"/>
              </a:spcAft>
              <a:defRPr sz="1800"/>
            </a:pPr>
            <a:r>
              <a:t>Validate credentials.</a:t>
            </a:r>
          </a:p>
          <a:p>
            <a:pPr>
              <a:spcAft>
                <a:spcPts val="700"/>
              </a:spcAft>
              <a:defRPr sz="1800"/>
            </a:pPr>
            <a:r>
              <a:t>Generate authentication token.</a:t>
            </a:r>
          </a:p>
          <a:p>
            <a:pPr>
              <a:spcAft>
                <a:spcPts val="700"/>
              </a:spcAft>
              <a:defRPr sz="1800"/>
            </a:pPr>
            <a:r>
              <a:t>Protect private API routes.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Blog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Create a blog.</a:t>
            </a:r>
          </a:p>
          <a:p>
            <a:pPr>
              <a:spcAft>
                <a:spcPts val="700"/>
              </a:spcAft>
              <a:defRPr sz="1800"/>
            </a:pPr>
            <a:r>
              <a:t>View all blogs.</a:t>
            </a:r>
          </a:p>
          <a:p>
            <a:pPr>
              <a:spcAft>
                <a:spcPts val="700"/>
              </a:spcAft>
              <a:defRPr sz="1800"/>
            </a:pPr>
            <a:r>
              <a:t>View a single blog.</a:t>
            </a:r>
          </a:p>
          <a:p>
            <a:pPr>
              <a:spcAft>
                <a:spcPts val="700"/>
              </a:spcAft>
              <a:defRPr sz="1800"/>
            </a:pPr>
            <a:r>
              <a:t>Update blog details.</a:t>
            </a:r>
          </a:p>
          <a:p>
            <a:pPr>
              <a:spcAft>
                <a:spcPts val="700"/>
              </a:spcAft>
              <a:defRPr sz="1800"/>
            </a:pPr>
            <a:r>
              <a:t>Delete a blog.</a:t>
            </a:r>
          </a:p>
          <a:p>
            <a:pPr>
              <a:spcAft>
                <a:spcPts val="700"/>
              </a:spcAft>
              <a:defRPr sz="1800"/>
            </a:pPr>
            <a:r>
              <a:t>Associate posts with authors.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Category &amp; Tag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Create and assign categories.</a:t>
            </a:r>
          </a:p>
          <a:p>
            <a:pPr>
              <a:spcAft>
                <a:spcPts val="700"/>
              </a:spcAft>
              <a:defRPr sz="1800"/>
            </a:pPr>
            <a:r>
              <a:t>Add relevant tags.</a:t>
            </a:r>
          </a:p>
          <a:p>
            <a:pPr>
              <a:spcAft>
                <a:spcPts val="700"/>
              </a:spcAft>
              <a:defRPr sz="1800"/>
            </a:pPr>
            <a:r>
              <a:t>Filter blogs by category.</a:t>
            </a:r>
          </a:p>
          <a:p>
            <a:pPr>
              <a:spcAft>
                <a:spcPts val="700"/>
              </a:spcAft>
              <a:defRPr sz="1800"/>
            </a:pPr>
            <a:r>
              <a:t>Search blogs using keywords.</a:t>
            </a:r>
          </a:p>
          <a:p>
            <a:pPr>
              <a:spcAft>
                <a:spcPts val="700"/>
              </a:spcAft>
              <a:defRPr sz="1800"/>
            </a:pPr>
            <a:r>
              <a:t>AI can suggest tags and categories.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Augmentation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AI can generate draft content from a prompt.</a:t>
            </a:r>
          </a:p>
          <a:p>
            <a:pPr>
              <a:spcAft>
                <a:spcPts val="700"/>
              </a:spcAft>
              <a:defRPr sz="1800"/>
            </a:pPr>
            <a:r>
              <a:t>AI can summarize long blog content.</a:t>
            </a:r>
          </a:p>
          <a:p>
            <a:pPr>
              <a:spcAft>
                <a:spcPts val="700"/>
              </a:spcAft>
              <a:defRPr sz="1800"/>
            </a:pPr>
            <a:r>
              <a:t>AI can suggest titles, tags and categories.</a:t>
            </a:r>
          </a:p>
          <a:p>
            <a:pPr>
              <a:spcAft>
                <a:spcPts val="700"/>
              </a:spcAft>
              <a:defRPr sz="1800"/>
            </a:pPr>
            <a:r>
              <a:t>AI output is reviewed before publishing.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Content Generation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User enters topic or prompt.</a:t>
            </a:r>
          </a:p>
          <a:p>
            <a:pPr>
              <a:spcAft>
                <a:spcPts val="700"/>
              </a:spcAft>
              <a:defRPr sz="1600"/>
            </a:pPr>
            <a:r>
              <a:t>↓</a:t>
            </a:r>
          </a:p>
          <a:p>
            <a:pPr>
              <a:spcAft>
                <a:spcPts val="700"/>
              </a:spcAft>
              <a:defRPr sz="1600"/>
            </a:pPr>
            <a:r>
              <a:t>Backend validates request.</a:t>
            </a:r>
          </a:p>
          <a:p>
            <a:pPr>
              <a:spcAft>
                <a:spcPts val="700"/>
              </a:spcAft>
              <a:defRPr sz="1600"/>
            </a:pPr>
            <a:r>
              <a:t>↓</a:t>
            </a:r>
          </a:p>
          <a:p>
            <a:pPr>
              <a:spcAft>
                <a:spcPts val="700"/>
              </a:spcAft>
              <a:defRPr sz="1600"/>
            </a:pPr>
            <a:r>
              <a:t>AI service receives prompt.</a:t>
            </a:r>
          </a:p>
          <a:p>
            <a:pPr>
              <a:spcAft>
                <a:spcPts val="700"/>
              </a:spcAft>
              <a:defRPr sz="1600"/>
            </a:pPr>
            <a:r>
              <a:t>↓</a:t>
            </a:r>
          </a:p>
          <a:p>
            <a:pPr>
              <a:spcAft>
                <a:spcPts val="700"/>
              </a:spcAft>
              <a:defRPr sz="1600"/>
            </a:pPr>
            <a:r>
              <a:t>Generated response returns to backend.</a:t>
            </a:r>
          </a:p>
          <a:p>
            <a:pPr>
              <a:spcAft>
                <a:spcPts val="700"/>
              </a:spcAft>
              <a:defRPr sz="1600"/>
            </a:pPr>
            <a:r>
              <a:t>↓</a:t>
            </a:r>
          </a:p>
          <a:p>
            <a:pPr>
              <a:spcAft>
                <a:spcPts val="700"/>
              </a:spcAft>
              <a:defRPr sz="1600"/>
            </a:pPr>
            <a:r>
              <a:t>User reviews and saves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Summarization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Blog content submitted.</a:t>
            </a:r>
          </a:p>
          <a:p>
            <a:pPr>
              <a:spcAft>
                <a:spcPts val="700"/>
              </a:spcAft>
              <a:defRPr sz="1800"/>
            </a:pPr>
            <a:r>
              <a:t>↓</a:t>
            </a:r>
          </a:p>
          <a:p>
            <a:pPr>
              <a:spcAft>
                <a:spcPts val="700"/>
              </a:spcAft>
              <a:defRPr sz="1800"/>
            </a:pPr>
            <a:r>
              <a:t>Backend sends text to AI service.</a:t>
            </a:r>
          </a:p>
          <a:p>
            <a:pPr>
              <a:spcAft>
                <a:spcPts val="700"/>
              </a:spcAft>
              <a:defRPr sz="1800"/>
            </a:pPr>
            <a:r>
              <a:t>↓</a:t>
            </a:r>
          </a:p>
          <a:p>
            <a:pPr>
              <a:spcAft>
                <a:spcPts val="700"/>
              </a:spcAft>
              <a:defRPr sz="1800"/>
            </a:pPr>
            <a:r>
              <a:t>AI creates concise summary.</a:t>
            </a:r>
          </a:p>
          <a:p>
            <a:pPr>
              <a:spcAft>
                <a:spcPts val="700"/>
              </a:spcAft>
              <a:defRPr sz="1800"/>
            </a:pPr>
            <a:r>
              <a:t>↓</a:t>
            </a:r>
          </a:p>
          <a:p>
            <a:pPr>
              <a:spcAft>
                <a:spcPts val="700"/>
              </a:spcAft>
              <a:defRPr sz="1800"/>
            </a:pPr>
            <a:r>
              <a:t>Summary returned through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POST /api/auth/register</a:t>
            </a:r>
          </a:p>
          <a:p>
            <a:pPr>
              <a:spcAft>
                <a:spcPts val="700"/>
              </a:spcAft>
              <a:defRPr sz="1800"/>
            </a:pPr>
            <a:r>
              <a:t>POST /api/auth/login</a:t>
            </a:r>
          </a:p>
          <a:p>
            <a:pPr>
              <a:spcAft>
                <a:spcPts val="700"/>
              </a:spcAft>
              <a:defRPr sz="1800"/>
            </a:pPr>
            <a:r>
              <a:t>GET /api/blogs</a:t>
            </a:r>
          </a:p>
          <a:p>
            <a:pPr>
              <a:spcAft>
                <a:spcPts val="700"/>
              </a:spcAft>
              <a:defRPr sz="1800"/>
            </a:pPr>
            <a:r>
              <a:t>GET /api/blogs/:id</a:t>
            </a:r>
          </a:p>
          <a:p>
            <a:pPr>
              <a:spcAft>
                <a:spcPts val="700"/>
              </a:spcAft>
              <a:defRPr sz="1800"/>
            </a:pPr>
            <a:r>
              <a:t>POST /api/blogs</a:t>
            </a:r>
          </a:p>
          <a:p>
            <a:pPr>
              <a:spcAft>
                <a:spcPts val="700"/>
              </a:spcAft>
              <a:defRPr sz="1800"/>
            </a:pPr>
            <a:r>
              <a:t>PUT /api/blogs/:id</a:t>
            </a:r>
          </a:p>
          <a:p>
            <a:pPr>
              <a:spcAft>
                <a:spcPts val="700"/>
              </a:spcAft>
              <a:defRPr sz="1800"/>
            </a:pPr>
            <a:r>
              <a:t>DELETE /api/blogs/:id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Authentication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JWT-based authentication.</a:t>
            </a:r>
          </a:p>
          <a:p>
            <a:pPr>
              <a:spcAft>
                <a:spcPts val="700"/>
              </a:spcAft>
              <a:defRPr sz="1800"/>
            </a:pPr>
            <a:r>
              <a:t>Login returns a token.</a:t>
            </a:r>
          </a:p>
          <a:p>
            <a:pPr>
              <a:spcAft>
                <a:spcPts val="700"/>
              </a:spcAft>
              <a:defRPr sz="1800"/>
            </a:pPr>
            <a:r>
              <a:t>Client sends token with protected requests.</a:t>
            </a:r>
          </a:p>
          <a:p>
            <a:pPr>
              <a:spcAft>
                <a:spcPts val="700"/>
              </a:spcAft>
              <a:defRPr sz="1800"/>
            </a:pPr>
            <a:r>
              <a:t>Middleware verifies token before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Authorization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Only authenticated users can create posts.</a:t>
            </a:r>
          </a:p>
          <a:p>
            <a:pPr>
              <a:spcAft>
                <a:spcPts val="700"/>
              </a:spcAft>
              <a:defRPr sz="1800"/>
            </a:pPr>
            <a:r>
              <a:t>Authors can modify their own posts.</a:t>
            </a:r>
          </a:p>
          <a:p>
            <a:pPr>
              <a:spcAft>
                <a:spcPts val="700"/>
              </a:spcAft>
              <a:defRPr sz="1800"/>
            </a:pPr>
            <a:r>
              <a:t>Authorized users can delete permitted content.</a:t>
            </a:r>
          </a:p>
          <a:p>
            <a:pPr>
              <a:spcAft>
                <a:spcPts val="700"/>
              </a:spcAft>
              <a:defRPr sz="1800"/>
            </a:pPr>
            <a:r>
              <a:t>Role-based access can be extended later.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Check required fields.</a:t>
            </a:r>
          </a:p>
          <a:p>
            <a:pPr>
              <a:spcAft>
                <a:spcPts val="700"/>
              </a:spcAft>
              <a:defRPr sz="1800"/>
            </a:pPr>
            <a:r>
              <a:t>Validate email format.</a:t>
            </a:r>
          </a:p>
          <a:p>
            <a:pPr>
              <a:spcAft>
                <a:spcPts val="700"/>
              </a:spcAft>
              <a:defRPr sz="1800"/>
            </a:pPr>
            <a:r>
              <a:t>Validate title and content length.</a:t>
            </a:r>
          </a:p>
          <a:p>
            <a:pPr>
              <a:spcAft>
                <a:spcPts val="700"/>
              </a:spcAft>
              <a:defRPr sz="1800"/>
            </a:pPr>
            <a:r>
              <a:t>Reject invalid IDs.</a:t>
            </a:r>
          </a:p>
          <a:p>
            <a:pPr>
              <a:spcAft>
                <a:spcPts val="700"/>
              </a:spcAft>
              <a:defRPr sz="1800"/>
            </a:pPr>
            <a:r>
              <a:t>Return meaningful error messages.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Error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400 – Bad Request</a:t>
            </a:r>
          </a:p>
          <a:p>
            <a:pPr>
              <a:spcAft>
                <a:spcPts val="700"/>
              </a:spcAft>
              <a:defRPr sz="1800"/>
            </a:pPr>
            <a:r>
              <a:t>401 – Unauthorized</a:t>
            </a:r>
          </a:p>
          <a:p>
            <a:pPr>
              <a:spcAft>
                <a:spcPts val="700"/>
              </a:spcAft>
              <a:defRPr sz="1800"/>
            </a:pPr>
            <a:r>
              <a:t>403 – Forbidden</a:t>
            </a:r>
          </a:p>
          <a:p>
            <a:pPr>
              <a:spcAft>
                <a:spcPts val="700"/>
              </a:spcAft>
              <a:defRPr sz="1800"/>
            </a:pPr>
            <a:r>
              <a:t>404 – Not Found</a:t>
            </a:r>
          </a:p>
          <a:p>
            <a:pPr>
              <a:spcAft>
                <a:spcPts val="700"/>
              </a:spcAft>
              <a:defRPr sz="1800"/>
            </a:pPr>
            <a:r>
              <a:t>500 – Internal Server Error</a:t>
            </a:r>
          </a:p>
          <a:p>
            <a:pPr>
              <a:spcAft>
                <a:spcPts val="700"/>
              </a:spcAft>
              <a:defRPr sz="1800"/>
            </a:pPr>
            <a:r>
              <a:t>Centralized error handling improves consistency.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Sample Create Blog Request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POST /api/blogs</a:t>
            </a:r>
          </a:p>
          <a:p>
            <a:pPr>
              <a:spcAft>
                <a:spcPts val="700"/>
              </a:spcAft>
              <a:defRPr sz="1800"/>
            </a:pPr>
          </a:p>
          <a:p>
            <a:pPr>
              <a:spcAft>
                <a:spcPts val="700"/>
              </a:spcAft>
              <a:defRPr sz="1800"/>
            </a:pPr>
            <a:r>
              <a:t>{</a:t>
            </a:r>
          </a:p>
          <a:p>
            <a:pPr>
              <a:spcAft>
                <a:spcPts val="700"/>
              </a:spcAft>
              <a:defRPr sz="1800"/>
            </a:pPr>
            <a:r>
              <a:t>  "title": "Introduction to AI",</a:t>
            </a:r>
          </a:p>
          <a:p>
            <a:pPr>
              <a:spcAft>
                <a:spcPts val="700"/>
              </a:spcAft>
              <a:defRPr sz="1800"/>
            </a:pPr>
            <a:r>
              <a:t>  "content": "AI is transforming software development...",</a:t>
            </a:r>
          </a:p>
          <a:p>
            <a:pPr>
              <a:spcAft>
                <a:spcPts val="700"/>
              </a:spcAft>
              <a:defRPr sz="1800"/>
            </a:pPr>
            <a:r>
              <a:t>  "category": "Technology",</a:t>
            </a:r>
          </a:p>
          <a:p>
            <a:pPr>
              <a:spcAft>
                <a:spcPts val="700"/>
              </a:spcAft>
              <a:defRPr sz="1800"/>
            </a:pPr>
            <a:r>
              <a:t>  "tags": ["AI", "Backend"]</a:t>
            </a:r>
          </a:p>
          <a:p>
            <a:pPr>
              <a:spcAft>
                <a:spcPts val="700"/>
              </a:spcAft>
              <a:defRPr sz="1800"/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Sample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{</a:t>
            </a:r>
          </a:p>
          <a:p>
            <a:pPr>
              <a:spcAft>
                <a:spcPts val="700"/>
              </a:spcAft>
              <a:defRPr sz="1800"/>
            </a:pPr>
            <a:r>
              <a:t>  "message": "Blog created successfully",</a:t>
            </a:r>
          </a:p>
          <a:p>
            <a:pPr>
              <a:spcAft>
                <a:spcPts val="700"/>
              </a:spcAft>
              <a:defRPr sz="1800"/>
            </a:pPr>
            <a:r>
              <a:t>  "blogId": "BLG1025",</a:t>
            </a:r>
          </a:p>
          <a:p>
            <a:pPr>
              <a:spcAft>
                <a:spcPts val="700"/>
              </a:spcAft>
              <a:defRPr sz="1800"/>
            </a:pPr>
            <a:r>
              <a:t>  "status": "success"</a:t>
            </a:r>
          </a:p>
          <a:p>
            <a:pPr>
              <a:spcAft>
                <a:spcPts val="700"/>
              </a:spcAft>
              <a:defRPr sz="1800"/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Sample Login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POST /api/auth/login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Request:</a:t>
            </a:r>
          </a:p>
          <a:p>
            <a:pPr>
              <a:spcAft>
                <a:spcPts val="700"/>
              </a:spcAft>
              <a:defRPr sz="1600"/>
            </a:pPr>
            <a:r>
              <a:t>{</a:t>
            </a:r>
          </a:p>
          <a:p>
            <a:pPr>
              <a:spcAft>
                <a:spcPts val="700"/>
              </a:spcAft>
              <a:defRPr sz="1600"/>
            </a:pPr>
            <a:r>
              <a:t>  "email": "user@example.com",</a:t>
            </a:r>
          </a:p>
          <a:p>
            <a:pPr>
              <a:spcAft>
                <a:spcPts val="700"/>
              </a:spcAft>
              <a:defRPr sz="1600"/>
            </a:pPr>
            <a:r>
              <a:t>  "password": "********"</a:t>
            </a:r>
          </a:p>
          <a:p>
            <a:pPr>
              <a:spcAft>
                <a:spcPts val="700"/>
              </a:spcAft>
              <a:defRPr sz="1600"/>
            </a:pPr>
            <a:r>
              <a:t>}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Response contains JWT token and user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Sample AI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POST /api/ai/generate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Request:</a:t>
            </a:r>
          </a:p>
          <a:p>
            <a:pPr>
              <a:spcAft>
                <a:spcPts val="700"/>
              </a:spcAft>
              <a:defRPr sz="1600"/>
            </a:pPr>
            <a:r>
              <a:t>{</a:t>
            </a:r>
          </a:p>
          <a:p>
            <a:pPr>
              <a:spcAft>
                <a:spcPts val="700"/>
              </a:spcAft>
              <a:defRPr sz="1600"/>
            </a:pPr>
            <a:r>
              <a:t>  "prompt": "Write a short blog about cloud computing"</a:t>
            </a:r>
          </a:p>
          <a:p>
            <a:pPr>
              <a:spcAft>
                <a:spcPts val="700"/>
              </a:spcAft>
              <a:defRPr sz="1600"/>
            </a:pPr>
            <a:r>
              <a:t>}</a:t>
            </a:r>
          </a:p>
          <a:p>
            <a:pPr>
              <a:spcAft>
                <a:spcPts val="700"/>
              </a:spcAft>
              <a:defRPr sz="1600"/>
            </a:pPr>
          </a:p>
          <a:p>
            <a:pPr>
              <a:spcAft>
                <a:spcPts val="700"/>
              </a:spcAft>
              <a:defRPr sz="1600"/>
            </a:pPr>
            <a:r>
              <a:t>Response:</a:t>
            </a:r>
          </a:p>
          <a:p>
            <a:pPr>
              <a:spcAft>
                <a:spcPts val="700"/>
              </a:spcAft>
              <a:defRPr sz="1600"/>
            </a:pPr>
            <a:r>
              <a:t>{</a:t>
            </a:r>
          </a:p>
          <a:p>
            <a:pPr>
              <a:spcAft>
                <a:spcPts val="700"/>
              </a:spcAft>
              <a:defRPr sz="1600"/>
            </a:pPr>
            <a:r>
              <a:t>  "generatedContent": "..."</a:t>
            </a:r>
          </a:p>
          <a:p>
            <a:pPr>
              <a:spcAft>
                <a:spcPts val="700"/>
              </a:spcAft>
              <a:defRPr sz="1600"/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Backend Folder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blogNest/</a:t>
            </a:r>
          </a:p>
          <a:p>
            <a:pPr>
              <a:spcAft>
                <a:spcPts val="700"/>
              </a:spcAft>
              <a:defRPr sz="1600"/>
            </a:pPr>
            <a:r>
              <a:t>├── controllers/</a:t>
            </a:r>
          </a:p>
          <a:p>
            <a:pPr>
              <a:spcAft>
                <a:spcPts val="700"/>
              </a:spcAft>
              <a:defRPr sz="1600"/>
            </a:pPr>
            <a:r>
              <a:t>├── routes/</a:t>
            </a:r>
          </a:p>
          <a:p>
            <a:pPr>
              <a:spcAft>
                <a:spcPts val="700"/>
              </a:spcAft>
              <a:defRPr sz="1600"/>
            </a:pPr>
            <a:r>
              <a:t>├── models/</a:t>
            </a:r>
          </a:p>
          <a:p>
            <a:pPr>
              <a:spcAft>
                <a:spcPts val="700"/>
              </a:spcAft>
              <a:defRPr sz="1600"/>
            </a:pPr>
            <a:r>
              <a:t>├── middleware/</a:t>
            </a:r>
          </a:p>
          <a:p>
            <a:pPr>
              <a:spcAft>
                <a:spcPts val="700"/>
              </a:spcAft>
              <a:defRPr sz="1600"/>
            </a:pPr>
            <a:r>
              <a:t>├── services/</a:t>
            </a:r>
          </a:p>
          <a:p>
            <a:pPr>
              <a:spcAft>
                <a:spcPts val="700"/>
              </a:spcAft>
              <a:defRPr sz="1600"/>
            </a:pPr>
            <a:r>
              <a:t>├── config/</a:t>
            </a:r>
          </a:p>
          <a:p>
            <a:pPr>
              <a:spcAft>
                <a:spcPts val="700"/>
              </a:spcAft>
              <a:defRPr sz="1600"/>
            </a:pPr>
            <a:r>
              <a:t>├── utils/</a:t>
            </a:r>
          </a:p>
          <a:p>
            <a:pPr>
              <a:spcAft>
                <a:spcPts val="700"/>
              </a:spcAft>
              <a:defRPr sz="1600"/>
            </a:pPr>
            <a:r>
              <a:t>├── app.js</a:t>
            </a:r>
          </a:p>
          <a:p>
            <a:pPr>
              <a:spcAft>
                <a:spcPts val="700"/>
              </a:spcAft>
              <a:defRPr sz="1600"/>
            </a:pPr>
            <a:r>
              <a:t>└── package.json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Application Entry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app.js initializes Express.</a:t>
            </a:r>
          </a:p>
          <a:p>
            <a:pPr>
              <a:spcAft>
                <a:spcPts val="700"/>
              </a:spcAft>
              <a:defRPr sz="1800"/>
            </a:pPr>
            <a:r>
              <a:t>Middleware handles JSON requests.</a:t>
            </a:r>
          </a:p>
          <a:p>
            <a:pPr>
              <a:spcAft>
                <a:spcPts val="700"/>
              </a:spcAft>
              <a:defRPr sz="1800"/>
            </a:pPr>
            <a:r>
              <a:t>Routes are registered.</a:t>
            </a:r>
          </a:p>
          <a:p>
            <a:pPr>
              <a:spcAft>
                <a:spcPts val="700"/>
              </a:spcAft>
              <a:defRPr sz="1800"/>
            </a:pPr>
            <a:r>
              <a:t>Database connection is established.</a:t>
            </a:r>
          </a:p>
          <a:p>
            <a:pPr>
              <a:spcAft>
                <a:spcPts val="700"/>
              </a:spcAft>
              <a:defRPr sz="1800"/>
            </a:pPr>
            <a:r>
              <a:t>Server listens on the configured 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Route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router.post('/blogs', authMiddleware, createBlog)</a:t>
            </a:r>
          </a:p>
          <a:p>
            <a:pPr>
              <a:spcAft>
                <a:spcPts val="700"/>
              </a:spcAft>
              <a:defRPr sz="1800"/>
            </a:pPr>
            <a:r>
              <a:t>router.get('/blogs', getBlogs)</a:t>
            </a:r>
          </a:p>
          <a:p>
            <a:pPr>
              <a:spcAft>
                <a:spcPts val="700"/>
              </a:spcAft>
              <a:defRPr sz="1800"/>
            </a:pPr>
            <a:r>
              <a:t>router.get('/blogs/:id', getBlog)</a:t>
            </a:r>
          </a:p>
          <a:p>
            <a:pPr>
              <a:spcAft>
                <a:spcPts val="700"/>
              </a:spcAft>
              <a:defRPr sz="1800"/>
            </a:pPr>
            <a:r>
              <a:t>router.put('/blogs/:id', authMiddleware, updateBlog)</a:t>
            </a:r>
          </a:p>
          <a:p>
            <a:pPr>
              <a:spcAft>
                <a:spcPts val="700"/>
              </a:spcAft>
              <a:defRPr sz="1800"/>
            </a:pPr>
            <a:r>
              <a:t>router.delete('/blogs/:id', authMiddleware, deleteBlog)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Controller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Receive request.</a:t>
            </a:r>
          </a:p>
          <a:p>
            <a:pPr>
              <a:spcAft>
                <a:spcPts val="700"/>
              </a:spcAft>
              <a:defRPr sz="1800"/>
            </a:pPr>
            <a:r>
              <a:t>Validate input.</a:t>
            </a:r>
          </a:p>
          <a:p>
            <a:pPr>
              <a:spcAft>
                <a:spcPts val="700"/>
              </a:spcAft>
              <a:defRPr sz="1800"/>
            </a:pPr>
            <a:r>
              <a:t>Call service or database operation.</a:t>
            </a:r>
          </a:p>
          <a:p>
            <a:pPr>
              <a:spcAft>
                <a:spcPts val="700"/>
              </a:spcAft>
              <a:defRPr sz="1800"/>
            </a:pPr>
            <a:r>
              <a:t>Prepare response.</a:t>
            </a:r>
          </a:p>
          <a:p>
            <a:pPr>
              <a:spcAft>
                <a:spcPts val="700"/>
              </a:spcAft>
              <a:defRPr sz="1800"/>
            </a:pPr>
            <a:r>
              <a:t>Return suitable HTTP status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Database Connection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Application connects to MongoDB using a database driver or ODM.</a:t>
            </a:r>
          </a:p>
          <a:p>
            <a:pPr>
              <a:spcAft>
                <a:spcPts val="700"/>
              </a:spcAft>
              <a:defRPr sz="1800"/>
            </a:pPr>
            <a:r>
              <a:t>Connection settings are stored securely in environment variables.</a:t>
            </a:r>
          </a:p>
          <a:p>
            <a:pPr>
              <a:spcAft>
                <a:spcPts val="700"/>
              </a:spcAft>
              <a:defRPr sz="1800"/>
            </a:pPr>
            <a:r>
              <a:t>Models define the structure of application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Security Practices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Use hashed passwords.</a:t>
            </a:r>
          </a:p>
          <a:p>
            <a:pPr>
              <a:spcAft>
                <a:spcPts val="700"/>
              </a:spcAft>
              <a:defRPr sz="1800"/>
            </a:pPr>
            <a:r>
              <a:t>Never expose secret keys in source code.</a:t>
            </a:r>
          </a:p>
          <a:p>
            <a:pPr>
              <a:spcAft>
                <a:spcPts val="700"/>
              </a:spcAft>
              <a:defRPr sz="1800"/>
            </a:pPr>
            <a:r>
              <a:t>Use environment variables.</a:t>
            </a:r>
          </a:p>
          <a:p>
            <a:pPr>
              <a:spcAft>
                <a:spcPts val="700"/>
              </a:spcAft>
              <a:defRPr sz="1800"/>
            </a:pPr>
            <a:r>
              <a:t>Validate user input.</a:t>
            </a:r>
          </a:p>
          <a:p>
            <a:pPr>
              <a:spcAft>
                <a:spcPts val="700"/>
              </a:spcAft>
              <a:defRPr sz="1800"/>
            </a:pPr>
            <a:r>
              <a:t>Use authentication middleware.</a:t>
            </a:r>
          </a:p>
          <a:p>
            <a:pPr>
              <a:spcAft>
                <a:spcPts val="700"/>
              </a:spcAft>
              <a:defRPr sz="1800"/>
            </a:pPr>
            <a:r>
              <a:t>Limit sensitive error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Postman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Test every endpoint independently.</a:t>
            </a:r>
          </a:p>
          <a:p>
            <a:pPr>
              <a:spcAft>
                <a:spcPts val="700"/>
              </a:spcAft>
              <a:defRPr sz="1800"/>
            </a:pPr>
            <a:r>
              <a:t>Check request body and headers.</a:t>
            </a:r>
          </a:p>
          <a:p>
            <a:pPr>
              <a:spcAft>
                <a:spcPts val="700"/>
              </a:spcAft>
              <a:defRPr sz="1800"/>
            </a:pPr>
            <a:r>
              <a:t>Verify status codes.</a:t>
            </a:r>
          </a:p>
          <a:p>
            <a:pPr>
              <a:spcAft>
                <a:spcPts val="700"/>
              </a:spcAft>
              <a:defRPr sz="1800"/>
            </a:pPr>
            <a:r>
              <a:t>Verify response JSON.</a:t>
            </a:r>
          </a:p>
          <a:p>
            <a:pPr>
              <a:spcAft>
                <a:spcPts val="700"/>
              </a:spcAft>
              <a:defRPr sz="1800"/>
            </a:pPr>
            <a:r>
              <a:t>Test both valid and invalid requests.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Register with valid data – Pass.</a:t>
            </a:r>
          </a:p>
          <a:p>
            <a:pPr>
              <a:spcAft>
                <a:spcPts val="700"/>
              </a:spcAft>
              <a:defRPr sz="1800"/>
            </a:pPr>
            <a:r>
              <a:t>Login with valid credentials – Pass.</a:t>
            </a:r>
          </a:p>
          <a:p>
            <a:pPr>
              <a:spcAft>
                <a:spcPts val="700"/>
              </a:spcAft>
              <a:defRPr sz="1800"/>
            </a:pPr>
            <a:r>
              <a:t>Create blog with token – Pass.</a:t>
            </a:r>
          </a:p>
          <a:p>
            <a:pPr>
              <a:spcAft>
                <a:spcPts val="700"/>
              </a:spcAft>
              <a:defRPr sz="1800"/>
            </a:pPr>
            <a:r>
              <a:t>Get blog list – Pass.</a:t>
            </a:r>
          </a:p>
          <a:p>
            <a:pPr>
              <a:spcAft>
                <a:spcPts val="700"/>
              </a:spcAft>
              <a:defRPr sz="1800"/>
            </a:pPr>
            <a:r>
              <a:t>Update authorized blog – Pass.</a:t>
            </a:r>
          </a:p>
          <a:p>
            <a:pPr>
              <a:spcAft>
                <a:spcPts val="700"/>
              </a:spcAft>
              <a:defRPr sz="1800"/>
            </a:pPr>
            <a:r>
              <a:t>Reject invalid login – Pass.</a:t>
            </a:r>
          </a:p>
          <a:p>
            <a:pPr>
              <a:spcAft>
                <a:spcPts val="700"/>
              </a:spcAft>
              <a:defRPr sz="1800"/>
            </a:pPr>
            <a:r>
              <a:t>Reject unauthorized request –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Test short prompts.</a:t>
            </a:r>
          </a:p>
          <a:p>
            <a:pPr>
              <a:spcAft>
                <a:spcPts val="700"/>
              </a:spcAft>
              <a:defRPr sz="1800"/>
            </a:pPr>
            <a:r>
              <a:t>Test long blog content.</a:t>
            </a:r>
          </a:p>
          <a:p>
            <a:pPr>
              <a:spcAft>
                <a:spcPts val="700"/>
              </a:spcAft>
              <a:defRPr sz="1800"/>
            </a:pPr>
            <a:r>
              <a:t>Check summary relevance.</a:t>
            </a:r>
          </a:p>
          <a:p>
            <a:pPr>
              <a:spcAft>
                <a:spcPts val="700"/>
              </a:spcAft>
              <a:defRPr sz="1800"/>
            </a:pPr>
            <a:r>
              <a:t>Check generated text format.</a:t>
            </a:r>
          </a:p>
          <a:p>
            <a:pPr>
              <a:spcAft>
                <a:spcPts val="700"/>
              </a:spcAft>
              <a:defRPr sz="1800"/>
            </a:pPr>
            <a:r>
              <a:t>Handle AI service errors and timeouts.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Faster blog management.</a:t>
            </a:r>
          </a:p>
          <a:p>
            <a:pPr>
              <a:spcAft>
                <a:spcPts val="700"/>
              </a:spcAft>
              <a:defRPr sz="1800"/>
            </a:pPr>
            <a:r>
              <a:t>Reusable REST APIs.</a:t>
            </a:r>
          </a:p>
          <a:p>
            <a:pPr>
              <a:spcAft>
                <a:spcPts val="700"/>
              </a:spcAft>
              <a:defRPr sz="1800"/>
            </a:pPr>
            <a:r>
              <a:t>AI reduces repetitive work.</a:t>
            </a:r>
          </a:p>
          <a:p>
            <a:pPr>
              <a:spcAft>
                <a:spcPts val="700"/>
              </a:spcAft>
              <a:defRPr sz="1800"/>
            </a:pPr>
            <a:r>
              <a:t>Secure authentication.</a:t>
            </a:r>
          </a:p>
          <a:p>
            <a:pPr>
              <a:spcAft>
                <a:spcPts val="700"/>
              </a:spcAft>
              <a:defRPr sz="1800"/>
            </a:pPr>
            <a:r>
              <a:t>Easy integration with web or mobile frontend.</a:t>
            </a:r>
          </a:p>
          <a:p>
            <a:pPr>
              <a:spcAft>
                <a:spcPts val="700"/>
              </a:spcAft>
              <a:defRPr sz="1800"/>
            </a:pPr>
            <a:r>
              <a:t>Scalable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AI output may require human review.</a:t>
            </a:r>
          </a:p>
          <a:p>
            <a:pPr>
              <a:spcAft>
                <a:spcPts val="700"/>
              </a:spcAft>
              <a:defRPr sz="1800"/>
            </a:pPr>
            <a:r>
              <a:t>External AI services may have usage limits.</a:t>
            </a:r>
          </a:p>
          <a:p>
            <a:pPr>
              <a:spcAft>
                <a:spcPts val="700"/>
              </a:spcAft>
              <a:defRPr sz="1800"/>
            </a:pPr>
            <a:r>
              <a:t>Internet access may be required for hosted AI APIs.</a:t>
            </a:r>
          </a:p>
          <a:p>
            <a:pPr>
              <a:spcAft>
                <a:spcPts val="700"/>
              </a:spcAft>
              <a:defRPr sz="1800"/>
            </a:pPr>
            <a:r>
              <a:t>Advanced moderation may need additional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AI-powered plagiarism checks.</a:t>
            </a:r>
          </a:p>
          <a:p>
            <a:pPr>
              <a:spcAft>
                <a:spcPts val="700"/>
              </a:spcAft>
              <a:defRPr sz="1800"/>
            </a:pPr>
            <a:r>
              <a:t>Multilingual blog generation.</a:t>
            </a:r>
          </a:p>
          <a:p>
            <a:pPr>
              <a:spcAft>
                <a:spcPts val="700"/>
              </a:spcAft>
              <a:defRPr sz="1800"/>
            </a:pPr>
            <a:r>
              <a:t>Sentiment analysis.</a:t>
            </a:r>
          </a:p>
          <a:p>
            <a:pPr>
              <a:spcAft>
                <a:spcPts val="700"/>
              </a:spcAft>
              <a:defRPr sz="1800"/>
            </a:pPr>
            <a:r>
              <a:t>Image generation support.</a:t>
            </a:r>
          </a:p>
          <a:p>
            <a:pPr>
              <a:spcAft>
                <a:spcPts val="700"/>
              </a:spcAft>
              <a:defRPr sz="1800"/>
            </a:pPr>
            <a:r>
              <a:t>Advanced analytics dashboard.</a:t>
            </a:r>
          </a:p>
          <a:p>
            <a:pPr>
              <a:spcAft>
                <a:spcPts val="700"/>
              </a:spcAft>
              <a:defRPr sz="1800"/>
            </a:pPr>
            <a:r>
              <a:t>Cloud deployment and autoscaling.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Backend can be deployed on a cloud platform.</a:t>
            </a:r>
          </a:p>
          <a:p>
            <a:pPr>
              <a:spcAft>
                <a:spcPts val="700"/>
              </a:spcAft>
              <a:defRPr sz="1800"/>
            </a:pPr>
            <a:r>
              <a:t>Use environment variables for production secrets.</a:t>
            </a:r>
          </a:p>
          <a:p>
            <a:pPr>
              <a:spcAft>
                <a:spcPts val="700"/>
              </a:spcAft>
              <a:defRPr sz="1800"/>
            </a:pPr>
            <a:r>
              <a:t>Connect production database.</a:t>
            </a:r>
          </a:p>
          <a:p>
            <a:pPr>
              <a:spcAft>
                <a:spcPts val="700"/>
              </a:spcAft>
              <a:defRPr sz="1800"/>
            </a:pPr>
            <a:r>
              <a:t>Enable logging and monitoring.</a:t>
            </a:r>
          </a:p>
          <a:p>
            <a:pPr>
              <a:spcAft>
                <a:spcPts val="700"/>
              </a:spcAft>
              <a:defRPr sz="1800"/>
            </a:pPr>
            <a:r>
              <a:t>Use HTTPS for secure communication.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Expected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Successful user registration and login.</a:t>
            </a:r>
          </a:p>
          <a:p>
            <a:pPr>
              <a:spcAft>
                <a:spcPts val="700"/>
              </a:spcAft>
              <a:defRPr sz="1800"/>
            </a:pPr>
            <a:r>
              <a:t>Working CRUD operations for blogs.</a:t>
            </a:r>
          </a:p>
          <a:p>
            <a:pPr>
              <a:spcAft>
                <a:spcPts val="700"/>
              </a:spcAft>
              <a:defRPr sz="1800"/>
            </a:pPr>
            <a:r>
              <a:t>Protected endpoints.</a:t>
            </a:r>
          </a:p>
          <a:p>
            <a:pPr>
              <a:spcAft>
                <a:spcPts val="700"/>
              </a:spcAft>
              <a:defRPr sz="1800"/>
            </a:pPr>
            <a:r>
              <a:t>AI-generated or summarized content.</a:t>
            </a:r>
          </a:p>
          <a:p>
            <a:pPr>
              <a:spcAft>
                <a:spcPts val="700"/>
              </a:spcAft>
              <a:defRPr sz="1800"/>
            </a:pPr>
            <a:r>
              <a:t>Consistent JSON responses.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User → Login → JWT Token → Blog API → Validation → Database</a:t>
            </a:r>
          </a:p>
          <a:p>
            <a:pPr>
              <a:spcAft>
                <a:spcPts val="700"/>
              </a:spcAft>
              <a:defRPr sz="1800"/>
            </a:pPr>
            <a:r>
              <a:t>                              ↘ AI Service</a:t>
            </a:r>
          </a:p>
          <a:p>
            <a:pPr>
              <a:spcAft>
                <a:spcPts val="700"/>
              </a:spcAft>
              <a:defRPr sz="1800"/>
            </a:pPr>
            <a:r>
              <a:t>                                   ↓</a:t>
            </a:r>
          </a:p>
          <a:p>
            <a:pPr>
              <a:spcAft>
                <a:spcPts val="700"/>
              </a:spcAft>
              <a:defRPr sz="1800"/>
            </a:pPr>
            <a:r>
              <a:t>                              AI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BlogNest API demonstrates AI-augmented backend development.</a:t>
            </a:r>
          </a:p>
          <a:p>
            <a:pPr>
              <a:spcAft>
                <a:spcPts val="700"/>
              </a:spcAft>
              <a:defRPr sz="1800"/>
            </a:pPr>
            <a:r>
              <a:t>It combines REST APIs, authentication, database management and AI assistance.</a:t>
            </a:r>
          </a:p>
          <a:p>
            <a:pPr>
              <a:spcAft>
                <a:spcPts val="700"/>
              </a:spcAft>
              <a:defRPr sz="1800"/>
            </a:pPr>
            <a:r>
              <a:t>The architecture can support future web and mobile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Node.js documentation</a:t>
            </a:r>
          </a:p>
          <a:p>
            <a:pPr>
              <a:spcAft>
                <a:spcPts val="700"/>
              </a:spcAft>
              <a:defRPr sz="1800"/>
            </a:pPr>
            <a:r>
              <a:t>Express.js documentation</a:t>
            </a:r>
          </a:p>
          <a:p>
            <a:pPr>
              <a:spcAft>
                <a:spcPts val="700"/>
              </a:spcAft>
              <a:defRPr sz="1800"/>
            </a:pPr>
            <a:r>
              <a:t>MongoDB documentation</a:t>
            </a:r>
          </a:p>
          <a:p>
            <a:pPr>
              <a:spcAft>
                <a:spcPts val="700"/>
              </a:spcAft>
              <a:defRPr sz="1800"/>
            </a:pPr>
            <a:r>
              <a:t>JWT documentation</a:t>
            </a:r>
          </a:p>
          <a:p>
            <a:pPr>
              <a:spcAft>
                <a:spcPts val="700"/>
              </a:spcAft>
              <a:defRPr sz="1800"/>
            </a:pPr>
            <a:r>
              <a:t>REST API concepts</a:t>
            </a:r>
          </a:p>
          <a:p>
            <a:pPr>
              <a:spcAft>
                <a:spcPts val="700"/>
              </a:spcAft>
              <a:defRPr sz="1800"/>
            </a:pPr>
            <a:r>
              <a:t>Generative AI API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Thank You!</a:t>
            </a:r>
          </a:p>
          <a:p>
            <a:pPr>
              <a:spcAft>
                <a:spcPts val="700"/>
              </a:spcAft>
              <a:defRPr sz="1800"/>
            </a:pPr>
          </a:p>
          <a:p>
            <a:pPr>
              <a:spcAft>
                <a:spcPts val="700"/>
              </a:spcAft>
              <a:defRPr sz="1800"/>
            </a:pPr>
            <a:r>
              <a:t>AI-Augmented Backend Development – BlogNest API</a:t>
            </a:r>
          </a:p>
          <a:p>
            <a:pPr>
              <a:spcAft>
                <a:spcPts val="700"/>
              </a:spcAft>
              <a:defRPr sz="1800"/>
            </a:pPr>
            <a:r>
              <a:t>Presented by: Gopika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